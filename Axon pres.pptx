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100"/>
              <a:buChar char="●"/>
              <a:defRPr sz="1100"/>
            </a:lvl1pPr>
            <a:lvl2pPr lvl="1">
              <a:spcBef>
                <a:spcPts val="0"/>
              </a:spcBef>
              <a:buSzPts val="1100"/>
              <a:buChar char="○"/>
              <a:defRPr sz="1100"/>
            </a:lvl2pPr>
            <a:lvl3pPr lvl="2">
              <a:spcBef>
                <a:spcPts val="0"/>
              </a:spcBef>
              <a:buSzPts val="1100"/>
              <a:buChar char="■"/>
              <a:defRPr sz="1100"/>
            </a:lvl3pPr>
            <a:lvl4pPr lvl="3">
              <a:spcBef>
                <a:spcPts val="0"/>
              </a:spcBef>
              <a:buSzPts val="1100"/>
              <a:buChar char="●"/>
              <a:defRPr sz="1100"/>
            </a:lvl4pPr>
            <a:lvl5pPr lvl="4">
              <a:spcBef>
                <a:spcPts val="0"/>
              </a:spcBef>
              <a:buSzPts val="1100"/>
              <a:buChar char="○"/>
              <a:defRPr sz="1100"/>
            </a:lvl5pPr>
            <a:lvl6pPr lvl="5">
              <a:spcBef>
                <a:spcPts val="0"/>
              </a:spcBef>
              <a:buSzPts val="1100"/>
              <a:buChar char="■"/>
              <a:defRPr sz="1100"/>
            </a:lvl6pPr>
            <a:lvl7pPr lvl="6">
              <a:spcBef>
                <a:spcPts val="0"/>
              </a:spcBef>
              <a:buSzPts val="1100"/>
              <a:buChar char="●"/>
              <a:defRPr sz="1100"/>
            </a:lvl7pPr>
            <a:lvl8pPr lvl="7">
              <a:spcBef>
                <a:spcPts val="0"/>
              </a:spcBef>
              <a:buSzPts val="1100"/>
              <a:buChar char="○"/>
              <a:defRPr sz="1100"/>
            </a:lvl8pPr>
            <a:lvl9pPr lvl="8">
              <a:spcBef>
                <a:spcPts val="0"/>
              </a:spcBef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Shape 13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Shape 13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Shape 14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Shape 15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Shape 16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Shape 16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Shape 17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Shape 18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Shape 18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Shape 20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Shape 21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Shape 22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Shape 22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Shape 23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Shape 24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grpSp>
        <p:nvGrpSpPr>
          <p:cNvPr id="11" name="Shape 11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Shape 1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3" name="Shape 13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4" name="Shape 14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5" name="Shape 15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Shape 16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4000"/>
              <a:buNone/>
              <a:defRPr sz="4000"/>
            </a:lvl1pPr>
            <a:lvl2pPr lvl="1">
              <a:spcBef>
                <a:spcPts val="0"/>
              </a:spcBef>
              <a:buSzPts val="4000"/>
              <a:buNone/>
              <a:defRPr sz="4000"/>
            </a:lvl2pPr>
            <a:lvl3pPr lvl="2">
              <a:spcBef>
                <a:spcPts val="0"/>
              </a:spcBef>
              <a:buSzPts val="4000"/>
              <a:buNone/>
              <a:defRPr sz="4000"/>
            </a:lvl3pPr>
            <a:lvl4pPr lvl="3">
              <a:spcBef>
                <a:spcPts val="0"/>
              </a:spcBef>
              <a:buSzPts val="4000"/>
              <a:buNone/>
              <a:defRPr sz="4000"/>
            </a:lvl4pPr>
            <a:lvl5pPr lvl="4">
              <a:spcBef>
                <a:spcPts val="0"/>
              </a:spcBef>
              <a:buSzPts val="4000"/>
              <a:buNone/>
              <a:defRPr sz="4000"/>
            </a:lvl5pPr>
            <a:lvl6pPr lvl="5">
              <a:spcBef>
                <a:spcPts val="0"/>
              </a:spcBef>
              <a:buSzPts val="4000"/>
              <a:buNone/>
              <a:defRPr sz="4000"/>
            </a:lvl6pPr>
            <a:lvl7pPr lvl="6">
              <a:spcBef>
                <a:spcPts val="0"/>
              </a:spcBef>
              <a:buSzPts val="4000"/>
              <a:buNone/>
              <a:defRPr sz="4000"/>
            </a:lvl7pPr>
            <a:lvl8pPr lvl="7">
              <a:spcBef>
                <a:spcPts val="0"/>
              </a:spcBef>
              <a:buSzPts val="4000"/>
              <a:buNone/>
              <a:defRPr sz="4000"/>
            </a:lvl8pPr>
            <a:lvl9pPr lvl="8">
              <a:spcBef>
                <a:spcPts val="0"/>
              </a:spcBef>
              <a:buSzPts val="4000"/>
              <a:buNone/>
              <a:defRPr sz="4000"/>
            </a:lvl9pPr>
          </a:lstStyle>
          <a:p/>
        </p:txBody>
      </p:sp>
      <p:sp>
        <p:nvSpPr>
          <p:cNvPr id="17" name="Shape 17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Shape 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iw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secHead">
  <p:cSld name="Section 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Shape 20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Shape 2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2" name="Shape 22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3" name="Shape 2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4" name="Shape 2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5" name="Shape 25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6" name="Shape 26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7" name="Shape 27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8" name="Shape 28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9" name="Shape 29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0" name="Shape 30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1" name="Shape 3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2" name="Shape 32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3" name="Shape 3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4" name="Shape 3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5" name="Shape 35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6" name="Shape 36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7" name="Shape 37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8" name="Shape 38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Shape 39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iw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x">
  <p:cSld name="Title and 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Shape 4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Shape 4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44" name="Shape 4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Shape 4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2400"/>
              <a:buNone/>
              <a:defRPr sz="2400"/>
            </a:lvl1pPr>
            <a:lvl2pPr lvl="1">
              <a:spcBef>
                <a:spcPts val="0"/>
              </a:spcBef>
              <a:buSzPts val="2400"/>
              <a:buNone/>
              <a:defRPr sz="2400"/>
            </a:lvl2pPr>
            <a:lvl3pPr lvl="2">
              <a:spcBef>
                <a:spcPts val="0"/>
              </a:spcBef>
              <a:buSzPts val="2400"/>
              <a:buNone/>
              <a:defRPr sz="2400"/>
            </a:lvl3pPr>
            <a:lvl4pPr lvl="3">
              <a:spcBef>
                <a:spcPts val="0"/>
              </a:spcBef>
              <a:buSzPts val="2400"/>
              <a:buNone/>
              <a:defRPr sz="2400"/>
            </a:lvl4pPr>
            <a:lvl5pPr lvl="4">
              <a:spcBef>
                <a:spcPts val="0"/>
              </a:spcBef>
              <a:buSzPts val="2400"/>
              <a:buNone/>
              <a:defRPr sz="2400"/>
            </a:lvl5pPr>
            <a:lvl6pPr lvl="5">
              <a:spcBef>
                <a:spcPts val="0"/>
              </a:spcBef>
              <a:buSzPts val="2400"/>
              <a:buNone/>
              <a:defRPr sz="2400"/>
            </a:lvl6pPr>
            <a:lvl7pPr lvl="6">
              <a:spcBef>
                <a:spcPts val="0"/>
              </a:spcBef>
              <a:buSzPts val="2400"/>
              <a:buNone/>
              <a:defRPr sz="2400"/>
            </a:lvl7pPr>
            <a:lvl8pPr lvl="7">
              <a:spcBef>
                <a:spcPts val="0"/>
              </a:spcBef>
              <a:buSzPts val="2400"/>
              <a:buNone/>
              <a:defRPr sz="2400"/>
            </a:lvl8pPr>
            <a:lvl9pPr lvl="8">
              <a:spcBef>
                <a:spcPts val="0"/>
              </a:spcBef>
              <a:buSzPts val="2400"/>
              <a:buNone/>
              <a:defRPr sz="2400"/>
            </a:lvl9pPr>
          </a:lstStyle>
          <a:p/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300"/>
              <a:buChar char="●"/>
              <a:defRPr/>
            </a:lvl1pPr>
            <a:lvl2pPr lvl="1">
              <a:spcBef>
                <a:spcPts val="0"/>
              </a:spcBef>
              <a:buSzPts val="1100"/>
              <a:buChar char="○"/>
              <a:defRPr/>
            </a:lvl2pPr>
            <a:lvl3pPr lvl="2">
              <a:spcBef>
                <a:spcPts val="0"/>
              </a:spcBef>
              <a:buSzPts val="1100"/>
              <a:buChar char="■"/>
              <a:defRPr/>
            </a:lvl3pPr>
            <a:lvl4pPr lvl="3">
              <a:spcBef>
                <a:spcPts val="0"/>
              </a:spcBef>
              <a:buSzPts val="1100"/>
              <a:buChar char="●"/>
              <a:defRPr/>
            </a:lvl4pPr>
            <a:lvl5pPr lvl="4">
              <a:spcBef>
                <a:spcPts val="0"/>
              </a:spcBef>
              <a:buSzPts val="1100"/>
              <a:buChar char="○"/>
              <a:defRPr/>
            </a:lvl5pPr>
            <a:lvl6pPr lvl="5">
              <a:spcBef>
                <a:spcPts val="0"/>
              </a:spcBef>
              <a:buSzPts val="1100"/>
              <a:buChar char="■"/>
              <a:defRPr/>
            </a:lvl6pPr>
            <a:lvl7pPr lvl="6">
              <a:spcBef>
                <a:spcPts val="0"/>
              </a:spcBef>
              <a:buSzPts val="1100"/>
              <a:buChar char="●"/>
              <a:defRPr/>
            </a:lvl7pPr>
            <a:lvl8pPr lvl="7">
              <a:spcBef>
                <a:spcPts val="0"/>
              </a:spcBef>
              <a:buSzPts val="1100"/>
              <a:buChar char="○"/>
              <a:defRPr/>
            </a:lvl8pPr>
            <a:lvl9pPr lvl="8">
              <a:spcBef>
                <a:spcPts val="0"/>
              </a:spcBef>
              <a:buSzPts val="1100"/>
              <a:buChar char="■"/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iw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woColTx">
  <p:cSld name="Title and two 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Shape 4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Shape 5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1" name="Shape 5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Shape 5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2400"/>
              <a:buNone/>
              <a:defRPr sz="2400"/>
            </a:lvl1pPr>
            <a:lvl2pPr lvl="1">
              <a:spcBef>
                <a:spcPts val="0"/>
              </a:spcBef>
              <a:buSzPts val="2400"/>
              <a:buNone/>
              <a:defRPr sz="2400"/>
            </a:lvl2pPr>
            <a:lvl3pPr lvl="2">
              <a:spcBef>
                <a:spcPts val="0"/>
              </a:spcBef>
              <a:buSzPts val="2400"/>
              <a:buNone/>
              <a:defRPr sz="2400"/>
            </a:lvl3pPr>
            <a:lvl4pPr lvl="3">
              <a:spcBef>
                <a:spcPts val="0"/>
              </a:spcBef>
              <a:buSzPts val="2400"/>
              <a:buNone/>
              <a:defRPr sz="2400"/>
            </a:lvl4pPr>
            <a:lvl5pPr lvl="4">
              <a:spcBef>
                <a:spcPts val="0"/>
              </a:spcBef>
              <a:buSzPts val="2400"/>
              <a:buNone/>
              <a:defRPr sz="2400"/>
            </a:lvl5pPr>
            <a:lvl6pPr lvl="5">
              <a:spcBef>
                <a:spcPts val="0"/>
              </a:spcBef>
              <a:buSzPts val="2400"/>
              <a:buNone/>
              <a:defRPr sz="2400"/>
            </a:lvl6pPr>
            <a:lvl7pPr lvl="6">
              <a:spcBef>
                <a:spcPts val="0"/>
              </a:spcBef>
              <a:buSzPts val="2400"/>
              <a:buNone/>
              <a:defRPr sz="2400"/>
            </a:lvl7pPr>
            <a:lvl8pPr lvl="7">
              <a:spcBef>
                <a:spcPts val="0"/>
              </a:spcBef>
              <a:buSzPts val="2400"/>
              <a:buNone/>
              <a:defRPr sz="2400"/>
            </a:lvl8pPr>
            <a:lvl9pPr lvl="8">
              <a:spcBef>
                <a:spcPts val="0"/>
              </a:spcBef>
              <a:buSzPts val="2400"/>
              <a:buNone/>
              <a:defRPr sz="2400"/>
            </a:lvl9pPr>
          </a:lstStyle>
          <a:p/>
        </p:txBody>
      </p:sp>
      <p:sp>
        <p:nvSpPr>
          <p:cNvPr id="53" name="Shape 53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300"/>
              <a:buChar char="●"/>
              <a:defRPr/>
            </a:lvl1pPr>
            <a:lvl2pPr lvl="1">
              <a:spcBef>
                <a:spcPts val="0"/>
              </a:spcBef>
              <a:buSzPts val="1100"/>
              <a:buChar char="○"/>
              <a:defRPr/>
            </a:lvl2pPr>
            <a:lvl3pPr lvl="2">
              <a:spcBef>
                <a:spcPts val="0"/>
              </a:spcBef>
              <a:buSzPts val="1100"/>
              <a:buChar char="■"/>
              <a:defRPr/>
            </a:lvl3pPr>
            <a:lvl4pPr lvl="3">
              <a:spcBef>
                <a:spcPts val="0"/>
              </a:spcBef>
              <a:buSzPts val="1100"/>
              <a:buChar char="●"/>
              <a:defRPr/>
            </a:lvl4pPr>
            <a:lvl5pPr lvl="4">
              <a:spcBef>
                <a:spcPts val="0"/>
              </a:spcBef>
              <a:buSzPts val="1100"/>
              <a:buChar char="○"/>
              <a:defRPr/>
            </a:lvl5pPr>
            <a:lvl6pPr lvl="5">
              <a:spcBef>
                <a:spcPts val="0"/>
              </a:spcBef>
              <a:buSzPts val="1100"/>
              <a:buChar char="■"/>
              <a:defRPr/>
            </a:lvl6pPr>
            <a:lvl7pPr lvl="6">
              <a:spcBef>
                <a:spcPts val="0"/>
              </a:spcBef>
              <a:buSzPts val="1100"/>
              <a:buChar char="●"/>
              <a:defRPr/>
            </a:lvl7pPr>
            <a:lvl8pPr lvl="7">
              <a:spcBef>
                <a:spcPts val="0"/>
              </a:spcBef>
              <a:buSzPts val="1100"/>
              <a:buChar char="○"/>
              <a:defRPr/>
            </a:lvl8pPr>
            <a:lvl9pPr lvl="8">
              <a:spcBef>
                <a:spcPts val="0"/>
              </a:spcBef>
              <a:buSzPts val="1100"/>
              <a:buChar char="■"/>
              <a:defRPr/>
            </a:lvl9pPr>
          </a:lstStyle>
          <a:p/>
        </p:txBody>
      </p:sp>
      <p:sp>
        <p:nvSpPr>
          <p:cNvPr id="54" name="Shape 54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300"/>
              <a:buChar char="●"/>
              <a:defRPr/>
            </a:lvl1pPr>
            <a:lvl2pPr lvl="1">
              <a:spcBef>
                <a:spcPts val="0"/>
              </a:spcBef>
              <a:buSzPts val="1100"/>
              <a:buChar char="○"/>
              <a:defRPr/>
            </a:lvl2pPr>
            <a:lvl3pPr lvl="2">
              <a:spcBef>
                <a:spcPts val="0"/>
              </a:spcBef>
              <a:buSzPts val="1100"/>
              <a:buChar char="■"/>
              <a:defRPr/>
            </a:lvl3pPr>
            <a:lvl4pPr lvl="3">
              <a:spcBef>
                <a:spcPts val="0"/>
              </a:spcBef>
              <a:buSzPts val="1100"/>
              <a:buChar char="●"/>
              <a:defRPr/>
            </a:lvl4pPr>
            <a:lvl5pPr lvl="4">
              <a:spcBef>
                <a:spcPts val="0"/>
              </a:spcBef>
              <a:buSzPts val="1100"/>
              <a:buChar char="○"/>
              <a:defRPr/>
            </a:lvl5pPr>
            <a:lvl6pPr lvl="5">
              <a:spcBef>
                <a:spcPts val="0"/>
              </a:spcBef>
              <a:buSzPts val="1100"/>
              <a:buChar char="■"/>
              <a:defRPr/>
            </a:lvl6pPr>
            <a:lvl7pPr lvl="6">
              <a:spcBef>
                <a:spcPts val="0"/>
              </a:spcBef>
              <a:buSzPts val="1100"/>
              <a:buChar char="●"/>
              <a:defRPr/>
            </a:lvl7pPr>
            <a:lvl8pPr lvl="7">
              <a:spcBef>
                <a:spcPts val="0"/>
              </a:spcBef>
              <a:buSzPts val="1100"/>
              <a:buChar char="○"/>
              <a:defRPr/>
            </a:lvl8pPr>
            <a:lvl9pPr lvl="8">
              <a:spcBef>
                <a:spcPts val="0"/>
              </a:spcBef>
              <a:buSzPts val="1100"/>
              <a:buChar char="■"/>
              <a:defRPr/>
            </a:lvl9pPr>
          </a:lstStyle>
          <a:p/>
        </p:txBody>
      </p:sp>
      <p:sp>
        <p:nvSpPr>
          <p:cNvPr id="55" name="Shape 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iw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Only">
  <p:cSld name="Title 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Shape 5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Shape 5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9" name="Shape 5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Shape 6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2400"/>
              <a:buNone/>
              <a:defRPr sz="2400"/>
            </a:lvl1pPr>
            <a:lvl2pPr lvl="1">
              <a:spcBef>
                <a:spcPts val="0"/>
              </a:spcBef>
              <a:buSzPts val="2400"/>
              <a:buNone/>
              <a:defRPr sz="2400"/>
            </a:lvl2pPr>
            <a:lvl3pPr lvl="2">
              <a:spcBef>
                <a:spcPts val="0"/>
              </a:spcBef>
              <a:buSzPts val="2400"/>
              <a:buNone/>
              <a:defRPr sz="2400"/>
            </a:lvl3pPr>
            <a:lvl4pPr lvl="3">
              <a:spcBef>
                <a:spcPts val="0"/>
              </a:spcBef>
              <a:buSzPts val="2400"/>
              <a:buNone/>
              <a:defRPr sz="2400"/>
            </a:lvl4pPr>
            <a:lvl5pPr lvl="4">
              <a:spcBef>
                <a:spcPts val="0"/>
              </a:spcBef>
              <a:buSzPts val="2400"/>
              <a:buNone/>
              <a:defRPr sz="2400"/>
            </a:lvl5pPr>
            <a:lvl6pPr lvl="5">
              <a:spcBef>
                <a:spcPts val="0"/>
              </a:spcBef>
              <a:buSzPts val="2400"/>
              <a:buNone/>
              <a:defRPr sz="2400"/>
            </a:lvl6pPr>
            <a:lvl7pPr lvl="6">
              <a:spcBef>
                <a:spcPts val="0"/>
              </a:spcBef>
              <a:buSzPts val="2400"/>
              <a:buNone/>
              <a:defRPr sz="2400"/>
            </a:lvl7pPr>
            <a:lvl8pPr lvl="7">
              <a:spcBef>
                <a:spcPts val="0"/>
              </a:spcBef>
              <a:buSzPts val="2400"/>
              <a:buNone/>
              <a:defRPr sz="2400"/>
            </a:lvl8pPr>
            <a:lvl9pPr lvl="8">
              <a:spcBef>
                <a:spcPts val="0"/>
              </a:spcBef>
              <a:buSzPts val="2400"/>
              <a:buNone/>
              <a:defRPr sz="2400"/>
            </a:lvl9pPr>
          </a:lstStyle>
          <a:p/>
        </p:txBody>
      </p:sp>
      <p:sp>
        <p:nvSpPr>
          <p:cNvPr id="61" name="Shape 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iw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One column 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Shape 63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Shape 6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5" name="Shape 6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Shape 66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2400"/>
              <a:buNone/>
              <a:defRPr sz="2400"/>
            </a:lvl1pPr>
            <a:lvl2pPr lvl="1">
              <a:spcBef>
                <a:spcPts val="0"/>
              </a:spcBef>
              <a:buSzPts val="2400"/>
              <a:buNone/>
              <a:defRPr sz="2400"/>
            </a:lvl2pPr>
            <a:lvl3pPr lvl="2">
              <a:spcBef>
                <a:spcPts val="0"/>
              </a:spcBef>
              <a:buSzPts val="2400"/>
              <a:buNone/>
              <a:defRPr sz="2400"/>
            </a:lvl3pPr>
            <a:lvl4pPr lvl="3">
              <a:spcBef>
                <a:spcPts val="0"/>
              </a:spcBef>
              <a:buSzPts val="2400"/>
              <a:buNone/>
              <a:defRPr sz="2400"/>
            </a:lvl4pPr>
            <a:lvl5pPr lvl="4">
              <a:spcBef>
                <a:spcPts val="0"/>
              </a:spcBef>
              <a:buSzPts val="2400"/>
              <a:buNone/>
              <a:defRPr sz="2400"/>
            </a:lvl5pPr>
            <a:lvl6pPr lvl="5">
              <a:spcBef>
                <a:spcPts val="0"/>
              </a:spcBef>
              <a:buSzPts val="2400"/>
              <a:buNone/>
              <a:defRPr sz="2400"/>
            </a:lvl6pPr>
            <a:lvl7pPr lvl="6">
              <a:spcBef>
                <a:spcPts val="0"/>
              </a:spcBef>
              <a:buSzPts val="2400"/>
              <a:buNone/>
              <a:defRPr sz="2400"/>
            </a:lvl7pPr>
            <a:lvl8pPr lvl="7">
              <a:spcBef>
                <a:spcPts val="0"/>
              </a:spcBef>
              <a:buSzPts val="2400"/>
              <a:buNone/>
              <a:defRPr sz="2400"/>
            </a:lvl8pPr>
            <a:lvl9pPr lvl="8">
              <a:spcBef>
                <a:spcPts val="0"/>
              </a:spcBef>
              <a:buSzPts val="2400"/>
              <a:buNone/>
              <a:defRPr sz="2400"/>
            </a:lvl9pPr>
          </a:lstStyle>
          <a:p/>
        </p:txBody>
      </p:sp>
      <p:sp>
        <p:nvSpPr>
          <p:cNvPr id="67" name="Shape 6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300"/>
              <a:buChar char="●"/>
              <a:defRPr/>
            </a:lvl1pPr>
            <a:lvl2pPr lvl="1">
              <a:spcBef>
                <a:spcPts val="0"/>
              </a:spcBef>
              <a:buSzPts val="1100"/>
              <a:buChar char="○"/>
              <a:defRPr/>
            </a:lvl2pPr>
            <a:lvl3pPr lvl="2">
              <a:spcBef>
                <a:spcPts val="0"/>
              </a:spcBef>
              <a:buSzPts val="1100"/>
              <a:buChar char="■"/>
              <a:defRPr/>
            </a:lvl3pPr>
            <a:lvl4pPr lvl="3">
              <a:spcBef>
                <a:spcPts val="0"/>
              </a:spcBef>
              <a:buSzPts val="1100"/>
              <a:buChar char="●"/>
              <a:defRPr/>
            </a:lvl4pPr>
            <a:lvl5pPr lvl="4">
              <a:spcBef>
                <a:spcPts val="0"/>
              </a:spcBef>
              <a:buSzPts val="1100"/>
              <a:buChar char="○"/>
              <a:defRPr/>
            </a:lvl5pPr>
            <a:lvl6pPr lvl="5">
              <a:spcBef>
                <a:spcPts val="0"/>
              </a:spcBef>
              <a:buSzPts val="1100"/>
              <a:buChar char="■"/>
              <a:defRPr/>
            </a:lvl6pPr>
            <a:lvl7pPr lvl="6">
              <a:spcBef>
                <a:spcPts val="0"/>
              </a:spcBef>
              <a:buSzPts val="1100"/>
              <a:buChar char="●"/>
              <a:defRPr/>
            </a:lvl7pPr>
            <a:lvl8pPr lvl="7">
              <a:spcBef>
                <a:spcPts val="0"/>
              </a:spcBef>
              <a:buSzPts val="1100"/>
              <a:buChar char="○"/>
              <a:defRPr/>
            </a:lvl8pPr>
            <a:lvl9pPr lvl="8">
              <a:spcBef>
                <a:spcPts val="0"/>
              </a:spcBef>
              <a:buSzPts val="1100"/>
              <a:buChar char="■"/>
              <a:defRPr/>
            </a:lvl9pPr>
          </a:lstStyle>
          <a:p/>
        </p:txBody>
      </p:sp>
      <p:sp>
        <p:nvSpPr>
          <p:cNvPr id="68" name="Shape 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iw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ain 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Shape 70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Shape 7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2" name="Shape 72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3" name="Shape 73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4" name="Shape 74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5" name="Shape 75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6" name="Shape 76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7" name="Shape 77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8" name="Shape 7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9" name="Shape 79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0" name="Shape 80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1" name="Shape 8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2" name="Shape 82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3" name="Shape 83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4" name="Shape 84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5" name="Shape 85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6" name="Shape 86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7" name="Shape 87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8" name="Shape 8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Shape 89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/>
        </p:txBody>
      </p:sp>
      <p:sp>
        <p:nvSpPr>
          <p:cNvPr id="90" name="Shape 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iw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ection title and 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Shape 9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Shape 9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4" name="Shape 9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Shape 95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2400"/>
              <a:buNone/>
              <a:defRPr sz="2400"/>
            </a:lvl1pPr>
            <a:lvl2pPr lvl="1">
              <a:spcBef>
                <a:spcPts val="0"/>
              </a:spcBef>
              <a:buSzPts val="2400"/>
              <a:buNone/>
              <a:defRPr sz="2400"/>
            </a:lvl2pPr>
            <a:lvl3pPr lvl="2">
              <a:spcBef>
                <a:spcPts val="0"/>
              </a:spcBef>
              <a:buSzPts val="2400"/>
              <a:buNone/>
              <a:defRPr sz="2400"/>
            </a:lvl3pPr>
            <a:lvl4pPr lvl="3">
              <a:spcBef>
                <a:spcPts val="0"/>
              </a:spcBef>
              <a:buSzPts val="2400"/>
              <a:buNone/>
              <a:defRPr sz="2400"/>
            </a:lvl4pPr>
            <a:lvl5pPr lvl="4">
              <a:spcBef>
                <a:spcPts val="0"/>
              </a:spcBef>
              <a:buSzPts val="2400"/>
              <a:buNone/>
              <a:defRPr sz="2400"/>
            </a:lvl5pPr>
            <a:lvl6pPr lvl="5">
              <a:spcBef>
                <a:spcPts val="0"/>
              </a:spcBef>
              <a:buSzPts val="2400"/>
              <a:buNone/>
              <a:defRPr sz="2400"/>
            </a:lvl6pPr>
            <a:lvl7pPr lvl="6">
              <a:spcBef>
                <a:spcPts val="0"/>
              </a:spcBef>
              <a:buSzPts val="2400"/>
              <a:buNone/>
              <a:defRPr sz="2400"/>
            </a:lvl7pPr>
            <a:lvl8pPr lvl="7">
              <a:spcBef>
                <a:spcPts val="0"/>
              </a:spcBef>
              <a:buSzPts val="2400"/>
              <a:buNone/>
              <a:defRPr sz="2400"/>
            </a:lvl8pPr>
            <a:lvl9pPr lvl="8">
              <a:spcBef>
                <a:spcPts val="0"/>
              </a:spcBef>
              <a:buSzPts val="2400"/>
              <a:buNone/>
              <a:defRPr sz="2400"/>
            </a:lvl9pPr>
          </a:lstStyle>
          <a:p/>
        </p:txBody>
      </p:sp>
      <p:sp>
        <p:nvSpPr>
          <p:cNvPr id="96" name="Shape 96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Shape 97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300"/>
              <a:buChar char="●"/>
              <a:defRPr/>
            </a:lvl1pPr>
            <a:lvl2pPr lvl="1">
              <a:spcBef>
                <a:spcPts val="0"/>
              </a:spcBef>
              <a:buSzPts val="1100"/>
              <a:buChar char="○"/>
              <a:defRPr/>
            </a:lvl2pPr>
            <a:lvl3pPr lvl="2">
              <a:spcBef>
                <a:spcPts val="0"/>
              </a:spcBef>
              <a:buSzPts val="1100"/>
              <a:buChar char="■"/>
              <a:defRPr/>
            </a:lvl3pPr>
            <a:lvl4pPr lvl="3">
              <a:spcBef>
                <a:spcPts val="0"/>
              </a:spcBef>
              <a:buSzPts val="1100"/>
              <a:buChar char="●"/>
              <a:defRPr/>
            </a:lvl4pPr>
            <a:lvl5pPr lvl="4">
              <a:spcBef>
                <a:spcPts val="0"/>
              </a:spcBef>
              <a:buSzPts val="1100"/>
              <a:buChar char="○"/>
              <a:defRPr/>
            </a:lvl5pPr>
            <a:lvl6pPr lvl="5">
              <a:spcBef>
                <a:spcPts val="0"/>
              </a:spcBef>
              <a:buSzPts val="1100"/>
              <a:buChar char="■"/>
              <a:defRPr/>
            </a:lvl6pPr>
            <a:lvl7pPr lvl="6">
              <a:spcBef>
                <a:spcPts val="0"/>
              </a:spcBef>
              <a:buSzPts val="1100"/>
              <a:buChar char="●"/>
              <a:defRPr/>
            </a:lvl7pPr>
            <a:lvl8pPr lvl="7">
              <a:spcBef>
                <a:spcPts val="0"/>
              </a:spcBef>
              <a:buSzPts val="1100"/>
              <a:buChar char="○"/>
              <a:defRPr/>
            </a:lvl8pPr>
            <a:lvl9pPr lvl="8">
              <a:spcBef>
                <a:spcPts val="0"/>
              </a:spcBef>
              <a:buSzPts val="1100"/>
              <a:buChar char="■"/>
              <a:defRPr/>
            </a:lvl9pPr>
          </a:lstStyle>
          <a:p/>
        </p:txBody>
      </p:sp>
      <p:sp>
        <p:nvSpPr>
          <p:cNvPr id="98" name="Shape 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iw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Shape 10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Shape 101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02" name="Shape 102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Shape 103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Shape 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iw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Big 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Shape 106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Shape 107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08" name="Shape 108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09" name="Shape 109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10" name="Shape 110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11" name="Shape 1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12" name="Shape 112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13" name="Shape 11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14" name="Shape 1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15" name="Shape 115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16" name="Shape 116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17" name="Shape 117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18" name="Shape 118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19" name="Shape 119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20" name="Shape 120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21" name="Shape 12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22" name="Shape 122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23" name="Shape 12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24" name="Shape 12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Shape 125"/>
          <p:cNvSpPr txBox="1"/>
          <p:nvPr>
            <p:ph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8000"/>
              <a:buNone/>
              <a:defRPr sz="8000"/>
            </a:lvl1pPr>
            <a:lvl2pPr lvl="1">
              <a:spcBef>
                <a:spcPts val="0"/>
              </a:spcBef>
              <a:buSzPts val="8000"/>
              <a:buNone/>
              <a:defRPr sz="8000"/>
            </a:lvl2pPr>
            <a:lvl3pPr lvl="2">
              <a:spcBef>
                <a:spcPts val="0"/>
              </a:spcBef>
              <a:buSzPts val="8000"/>
              <a:buNone/>
              <a:defRPr sz="8000"/>
            </a:lvl3pPr>
            <a:lvl4pPr lvl="3">
              <a:spcBef>
                <a:spcPts val="0"/>
              </a:spcBef>
              <a:buSzPts val="8000"/>
              <a:buNone/>
              <a:defRPr sz="8000"/>
            </a:lvl4pPr>
            <a:lvl5pPr lvl="4">
              <a:spcBef>
                <a:spcPts val="0"/>
              </a:spcBef>
              <a:buSzPts val="8000"/>
              <a:buNone/>
              <a:defRPr sz="8000"/>
            </a:lvl5pPr>
            <a:lvl6pPr lvl="5">
              <a:spcBef>
                <a:spcPts val="0"/>
              </a:spcBef>
              <a:buSzPts val="8000"/>
              <a:buNone/>
              <a:defRPr sz="8000"/>
            </a:lvl6pPr>
            <a:lvl7pPr lvl="6">
              <a:spcBef>
                <a:spcPts val="0"/>
              </a:spcBef>
              <a:buSzPts val="8000"/>
              <a:buNone/>
              <a:defRPr sz="8000"/>
            </a:lvl7pPr>
            <a:lvl8pPr lvl="7">
              <a:spcBef>
                <a:spcPts val="0"/>
              </a:spcBef>
              <a:buSzPts val="8000"/>
              <a:buNone/>
              <a:defRPr sz="8000"/>
            </a:lvl8pPr>
            <a:lvl9pPr lvl="8">
              <a:spcBef>
                <a:spcPts val="0"/>
              </a:spcBef>
              <a:buSzPts val="8000"/>
              <a:buNone/>
              <a:defRPr sz="8000"/>
            </a:lvl9pPr>
          </a:lstStyle>
          <a:p/>
        </p:txBody>
      </p:sp>
      <p:sp>
        <p:nvSpPr>
          <p:cNvPr id="126" name="Shape 126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300"/>
              <a:buChar char="●"/>
              <a:defRPr/>
            </a:lvl1pPr>
            <a:lvl2pPr lvl="1">
              <a:spcBef>
                <a:spcPts val="0"/>
              </a:spcBef>
              <a:buSzPts val="1100"/>
              <a:buChar char="○"/>
              <a:defRPr/>
            </a:lvl2pPr>
            <a:lvl3pPr lvl="2">
              <a:spcBef>
                <a:spcPts val="0"/>
              </a:spcBef>
              <a:buSzPts val="1100"/>
              <a:buChar char="■"/>
              <a:defRPr/>
            </a:lvl3pPr>
            <a:lvl4pPr lvl="3">
              <a:spcBef>
                <a:spcPts val="0"/>
              </a:spcBef>
              <a:buSzPts val="1100"/>
              <a:buChar char="●"/>
              <a:defRPr/>
            </a:lvl4pPr>
            <a:lvl5pPr lvl="4">
              <a:spcBef>
                <a:spcPts val="0"/>
              </a:spcBef>
              <a:buSzPts val="1100"/>
              <a:buChar char="○"/>
              <a:defRPr/>
            </a:lvl5pPr>
            <a:lvl6pPr lvl="5">
              <a:spcBef>
                <a:spcPts val="0"/>
              </a:spcBef>
              <a:buSzPts val="1100"/>
              <a:buChar char="■"/>
              <a:defRPr/>
            </a:lvl6pPr>
            <a:lvl7pPr lvl="6">
              <a:spcBef>
                <a:spcPts val="0"/>
              </a:spcBef>
              <a:buSzPts val="1100"/>
              <a:buChar char="●"/>
              <a:defRPr/>
            </a:lvl7pPr>
            <a:lvl8pPr lvl="7">
              <a:spcBef>
                <a:spcPts val="0"/>
              </a:spcBef>
              <a:buSzPts val="1100"/>
              <a:buChar char="○"/>
              <a:defRPr/>
            </a:lvl8pPr>
            <a:lvl9pPr lvl="8">
              <a:spcBef>
                <a:spcPts val="0"/>
              </a:spcBef>
              <a:buSzPts val="1100"/>
              <a:buChar char="■"/>
              <a:defRPr/>
            </a:lvl9pPr>
          </a:lstStyle>
          <a:p/>
        </p:txBody>
      </p:sp>
      <p:sp>
        <p:nvSpPr>
          <p:cNvPr id="127" name="Shape 1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iw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iw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 algn="r">
              <a:spcBef>
                <a:spcPts val="0"/>
              </a:spcBef>
              <a:buNone/>
            </a:pPr>
            <a:fld id="{00000000-1234-1234-1234-123412341234}" type="slidenum">
              <a:rPr lang="iw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hyperlink" Target="http://www.scface.org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/>
          <p:nvPr>
            <p:ph type="ctrTitle"/>
          </p:nvPr>
        </p:nvSpPr>
        <p:spPr>
          <a:xfrm>
            <a:off x="3308550" y="1426000"/>
            <a:ext cx="5322300" cy="15789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iw"/>
              <a:t>One-Shot Learning with Siamese NN</a:t>
            </a:r>
          </a:p>
        </p:txBody>
      </p:sp>
      <p:sp>
        <p:nvSpPr>
          <p:cNvPr id="135" name="Shape 135"/>
          <p:cNvSpPr txBox="1"/>
          <p:nvPr>
            <p:ph idx="1" type="subTitle"/>
          </p:nvPr>
        </p:nvSpPr>
        <p:spPr>
          <a:xfrm>
            <a:off x="6072450" y="3919175"/>
            <a:ext cx="2558400" cy="6720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iw" sz="1500"/>
              <a:t>Mr. Lee Twito</a:t>
            </a:r>
          </a:p>
          <a:p>
            <a:pPr indent="0" lvl="0" marL="0">
              <a:spcBef>
                <a:spcPts val="0"/>
              </a:spcBef>
              <a:buNone/>
            </a:pPr>
            <a:r>
              <a:rPr lang="iw" sz="1500"/>
              <a:t>LeeTwito@gmail.com</a:t>
            </a:r>
          </a:p>
        </p:txBody>
      </p:sp>
      <p:pic>
        <p:nvPicPr>
          <p:cNvPr id="136" name="Shape 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400" y="3628088"/>
            <a:ext cx="3600425" cy="125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iw"/>
              <a:t>One-Shot Learning</a:t>
            </a:r>
          </a:p>
        </p:txBody>
      </p:sp>
      <p:pic>
        <p:nvPicPr>
          <p:cNvPr id="142" name="Shape 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4701" y="1728253"/>
            <a:ext cx="6654600" cy="443862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Shape 143"/>
          <p:cNvSpPr txBox="1"/>
          <p:nvPr>
            <p:ph idx="1" type="body"/>
          </p:nvPr>
        </p:nvSpPr>
        <p:spPr>
          <a:xfrm>
            <a:off x="1353225" y="1630700"/>
            <a:ext cx="6654600" cy="28620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i="1" lang="iw" sz="2700"/>
              <a:t>“one-shot learning aims to learn information about object categories from one, or only a few, training images.” </a:t>
            </a:r>
            <a:r>
              <a:rPr i="1" lang="iw" sz="2700">
                <a:solidFill>
                  <a:srgbClr val="B7B7B7"/>
                </a:solidFill>
              </a:rPr>
              <a:t> -  </a:t>
            </a:r>
            <a:r>
              <a:rPr lang="iw" sz="2700">
                <a:solidFill>
                  <a:srgbClr val="B7B7B7"/>
                </a:solidFill>
              </a:rPr>
              <a:t>Wikipedia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Shape 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650" y="3029975"/>
            <a:ext cx="2396000" cy="191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Shape 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50" y="333550"/>
            <a:ext cx="2522751" cy="2522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Shape 1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5000" y="2432575"/>
            <a:ext cx="1911424" cy="1911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Shape 1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0024" y="1073025"/>
            <a:ext cx="4225926" cy="2894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/>
          <p:nvPr>
            <p:ph idx="1" type="body"/>
          </p:nvPr>
        </p:nvSpPr>
        <p:spPr>
          <a:xfrm>
            <a:off x="812725" y="1571950"/>
            <a:ext cx="7613100" cy="523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b="1" lang="iw" sz="2500" u="sng">
                <a:solidFill>
                  <a:srgbClr val="3D85C6"/>
                </a:solidFill>
              </a:rPr>
              <a:t>Tool:</a:t>
            </a:r>
            <a:r>
              <a:rPr b="1" lang="iw" sz="2500">
                <a:solidFill>
                  <a:srgbClr val="3D85C6"/>
                </a:solidFill>
              </a:rPr>
              <a:t> </a:t>
            </a:r>
            <a:r>
              <a:rPr lang="iw" sz="1800"/>
              <a:t>Deep-Learning using C</a:t>
            </a:r>
            <a:r>
              <a:rPr lang="iw" sz="1800"/>
              <a:t>onvolutional and Siamese Neural Networks</a:t>
            </a:r>
          </a:p>
        </p:txBody>
      </p:sp>
      <p:sp>
        <p:nvSpPr>
          <p:cNvPr id="157" name="Shape 157"/>
          <p:cNvSpPr txBox="1"/>
          <p:nvPr>
            <p:ph idx="1" type="body"/>
          </p:nvPr>
        </p:nvSpPr>
        <p:spPr>
          <a:xfrm>
            <a:off x="812725" y="804850"/>
            <a:ext cx="6936000" cy="523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b="1" lang="iw" sz="2500" u="sng">
                <a:solidFill>
                  <a:srgbClr val="FFD966"/>
                </a:solidFill>
              </a:rPr>
              <a:t>Goal:</a:t>
            </a:r>
            <a:r>
              <a:rPr lang="iw" sz="1800">
                <a:solidFill>
                  <a:srgbClr val="FFD966"/>
                </a:solidFill>
              </a:rPr>
              <a:t> </a:t>
            </a:r>
            <a:r>
              <a:rPr lang="iw" sz="1800"/>
              <a:t>One-Shot learning (e.g. Face Validation)</a:t>
            </a:r>
          </a:p>
        </p:txBody>
      </p:sp>
      <p:pic>
        <p:nvPicPr>
          <p:cNvPr id="158" name="Shape 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725" y="2291550"/>
            <a:ext cx="7906600" cy="267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iw"/>
              <a:t>Idea for research</a:t>
            </a:r>
          </a:p>
        </p:txBody>
      </p:sp>
      <p:pic>
        <p:nvPicPr>
          <p:cNvPr id="164" name="Shape 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2298" y="1203223"/>
            <a:ext cx="5575199" cy="33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Shape 1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4050" y="1279418"/>
            <a:ext cx="1151125" cy="115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iw"/>
              <a:t>Motivation</a:t>
            </a:r>
          </a:p>
        </p:txBody>
      </p:sp>
      <p:sp>
        <p:nvSpPr>
          <p:cNvPr id="171" name="Shape 171"/>
          <p:cNvSpPr txBox="1"/>
          <p:nvPr>
            <p:ph idx="1" type="body"/>
          </p:nvPr>
        </p:nvSpPr>
        <p:spPr>
          <a:xfrm>
            <a:off x="1297500" y="921525"/>
            <a:ext cx="7038900" cy="29112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w" sz="1600"/>
              <a:t>Deep Learning systems producing state-of-the-art results in many fields, though they require a lot of data for training</a:t>
            </a:r>
          </a:p>
          <a:p>
            <a:pPr indent="-330200" lvl="0" marL="457200" rtl="0">
              <a:spcBef>
                <a:spcPts val="0"/>
              </a:spcBef>
              <a:buSzPts val="1600"/>
              <a:buChar char="●"/>
            </a:pPr>
            <a:r>
              <a:rPr lang="iw" sz="1600"/>
              <a:t>Performance, Automatic high quality features extraction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 sz="1600"/>
          </a:p>
          <a:p>
            <a: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w" sz="1600"/>
              <a:t>Security, Search-Engines, Cyber</a:t>
            </a:r>
          </a:p>
          <a:p>
            <a: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w" sz="1600"/>
              <a:t>Sparse data problems:</a:t>
            </a:r>
          </a:p>
          <a:p>
            <a: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w" sz="1600"/>
              <a:t>Face Verification</a:t>
            </a:r>
          </a:p>
          <a:p>
            <a: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w" sz="1600"/>
              <a:t>Speaker recognition</a:t>
            </a:r>
          </a:p>
          <a:p>
            <a: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w" sz="1600"/>
              <a:t>Similarity</a:t>
            </a:r>
          </a:p>
          <a:p>
            <a:pPr indent="-330200" lvl="1" marL="914400" rtl="0">
              <a:spcBef>
                <a:spcPts val="0"/>
              </a:spcBef>
              <a:buSzPts val="1600"/>
              <a:buChar char="○"/>
            </a:pPr>
            <a:r>
              <a:rPr lang="iw" sz="1600"/>
              <a:t>Factory defects</a:t>
            </a:r>
          </a:p>
        </p:txBody>
      </p:sp>
      <p:pic>
        <p:nvPicPr>
          <p:cNvPr id="172" name="Shape 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600" y="2962050"/>
            <a:ext cx="2862400" cy="19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 txBox="1"/>
          <p:nvPr>
            <p:ph type="title"/>
          </p:nvPr>
        </p:nvSpPr>
        <p:spPr>
          <a:xfrm>
            <a:off x="1437050" y="3241650"/>
            <a:ext cx="6562800" cy="15759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w" sz="1900"/>
              <a:t>Smaller </a:t>
            </a:r>
          </a:p>
          <a:p>
            <a:pPr indent="-349250" lvl="0" marL="457200" rtl="0">
              <a:spcBef>
                <a:spcPts val="0"/>
              </a:spcBef>
              <a:buSzPts val="1900"/>
              <a:buChar char="●"/>
            </a:pPr>
            <a:r>
              <a:rPr lang="iw" sz="1900"/>
              <a:t>Generic</a:t>
            </a:r>
          </a:p>
        </p:txBody>
      </p:sp>
      <p:pic>
        <p:nvPicPr>
          <p:cNvPr id="178" name="Shape 1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7038" y="1280600"/>
            <a:ext cx="6562725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Shape 179"/>
          <p:cNvSpPr txBox="1"/>
          <p:nvPr>
            <p:ph type="title"/>
          </p:nvPr>
        </p:nvSpPr>
        <p:spPr>
          <a:xfrm>
            <a:off x="1310650" y="415525"/>
            <a:ext cx="5554200" cy="8046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iw"/>
              <a:t>Picture to Features representation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iw"/>
              <a:t>Using pre-trained net</a:t>
            </a:r>
          </a:p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185" name="Shape 1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650" y="1405425"/>
            <a:ext cx="7906600" cy="267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Shape 186"/>
          <p:cNvSpPr txBox="1"/>
          <p:nvPr>
            <p:ph idx="1" type="body"/>
          </p:nvPr>
        </p:nvSpPr>
        <p:spPr>
          <a:xfrm>
            <a:off x="962975" y="4328075"/>
            <a:ext cx="7373400" cy="6663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17500" lvl="0" marL="457200" rtl="0">
              <a:spcBef>
                <a:spcPts val="0"/>
              </a:spcBef>
              <a:buSzPts val="1400"/>
              <a:buChar char="●"/>
            </a:pPr>
            <a:r>
              <a:rPr lang="iw" sz="1400"/>
              <a:t>High quality features extraction from complex structured and high dimensional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iw"/>
              <a:t>Siamese Network</a:t>
            </a:r>
          </a:p>
        </p:txBody>
      </p:sp>
      <p:pic>
        <p:nvPicPr>
          <p:cNvPr id="192" name="Shape 1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1613" y="1353775"/>
            <a:ext cx="6200775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Shape 193"/>
          <p:cNvSpPr txBox="1"/>
          <p:nvPr>
            <p:ph type="title"/>
          </p:nvPr>
        </p:nvSpPr>
        <p:spPr>
          <a:xfrm>
            <a:off x="272800" y="1590300"/>
            <a:ext cx="818400" cy="418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iw" sz="1400"/>
              <a:t>New</a:t>
            </a:r>
          </a:p>
        </p:txBody>
      </p:sp>
      <p:cxnSp>
        <p:nvCxnSpPr>
          <p:cNvPr id="194" name="Shape 194"/>
          <p:cNvCxnSpPr>
            <a:stCxn id="193" idx="3"/>
          </p:cNvCxnSpPr>
          <p:nvPr/>
        </p:nvCxnSpPr>
        <p:spPr>
          <a:xfrm>
            <a:off x="1091200" y="1799700"/>
            <a:ext cx="2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lg" w="lg" type="none"/>
            <a:tailEnd len="lg" w="lg" type="triangle"/>
          </a:ln>
        </p:spPr>
      </p:cxnSp>
      <p:sp>
        <p:nvSpPr>
          <p:cNvPr id="195" name="Shape 195"/>
          <p:cNvSpPr txBox="1"/>
          <p:nvPr>
            <p:ph type="title"/>
          </p:nvPr>
        </p:nvSpPr>
        <p:spPr>
          <a:xfrm>
            <a:off x="33275" y="2504700"/>
            <a:ext cx="1057800" cy="418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iw" sz="1400"/>
              <a:t>Database</a:t>
            </a:r>
          </a:p>
        </p:txBody>
      </p:sp>
      <p:cxnSp>
        <p:nvCxnSpPr>
          <p:cNvPr id="196" name="Shape 196"/>
          <p:cNvCxnSpPr>
            <a:stCxn id="195" idx="3"/>
          </p:cNvCxnSpPr>
          <p:nvPr/>
        </p:nvCxnSpPr>
        <p:spPr>
          <a:xfrm>
            <a:off x="1091075" y="2714100"/>
            <a:ext cx="2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197" name="Shape 197"/>
          <p:cNvCxnSpPr/>
          <p:nvPr/>
        </p:nvCxnSpPr>
        <p:spPr>
          <a:xfrm rot="10800000">
            <a:off x="6494275" y="2794600"/>
            <a:ext cx="891600" cy="399300"/>
          </a:xfrm>
          <a:prstGeom prst="straightConnector1">
            <a:avLst/>
          </a:prstGeom>
          <a:noFill/>
          <a:ln cap="flat" cmpd="sng" w="76200">
            <a:solidFill>
              <a:srgbClr val="B45F06"/>
            </a:solidFill>
            <a:prstDash val="solid"/>
            <a:round/>
            <a:headEnd len="lg" w="lg" type="none"/>
            <a:tailEnd len="lg" w="lg" type="triangle"/>
          </a:ln>
        </p:spPr>
      </p:cxnSp>
      <p:sp>
        <p:nvSpPr>
          <p:cNvPr id="198" name="Shape 198"/>
          <p:cNvSpPr txBox="1"/>
          <p:nvPr/>
        </p:nvSpPr>
        <p:spPr>
          <a:xfrm>
            <a:off x="6854000" y="1739650"/>
            <a:ext cx="8184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iw" sz="1100"/>
              <a:t>Decision rule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iw"/>
              <a:t>Decision rules</a:t>
            </a:r>
          </a:p>
        </p:txBody>
      </p:sp>
      <p:pic>
        <p:nvPicPr>
          <p:cNvPr id="204" name="Shape 2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6200" y="1371875"/>
            <a:ext cx="3429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Shape 205"/>
          <p:cNvSpPr txBox="1"/>
          <p:nvPr>
            <p:ph type="title"/>
          </p:nvPr>
        </p:nvSpPr>
        <p:spPr>
          <a:xfrm>
            <a:off x="807425" y="1533950"/>
            <a:ext cx="1057800" cy="418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iw" sz="1400"/>
              <a:t>Manual:</a:t>
            </a:r>
          </a:p>
        </p:txBody>
      </p:sp>
      <p:pic>
        <p:nvPicPr>
          <p:cNvPr id="206" name="Shape 2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7225" y="2360625"/>
            <a:ext cx="6400800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Shape 207"/>
          <p:cNvSpPr txBox="1"/>
          <p:nvPr>
            <p:ph type="title"/>
          </p:nvPr>
        </p:nvSpPr>
        <p:spPr>
          <a:xfrm>
            <a:off x="803350" y="2603675"/>
            <a:ext cx="1386300" cy="418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iw" sz="1400"/>
              <a:t>Binary classification: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 sz="1400"/>
          </a:p>
        </p:txBody>
      </p:sp>
      <p:sp>
        <p:nvSpPr>
          <p:cNvPr id="208" name="Shape 208"/>
          <p:cNvSpPr txBox="1"/>
          <p:nvPr>
            <p:ph type="title"/>
          </p:nvPr>
        </p:nvSpPr>
        <p:spPr>
          <a:xfrm>
            <a:off x="4930025" y="953075"/>
            <a:ext cx="882900" cy="418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iw" sz="1400"/>
              <a:t>(Naive)</a:t>
            </a:r>
          </a:p>
        </p:txBody>
      </p:sp>
      <p:sp>
        <p:nvSpPr>
          <p:cNvPr id="209" name="Shape 209"/>
          <p:cNvSpPr txBox="1"/>
          <p:nvPr>
            <p:ph type="title"/>
          </p:nvPr>
        </p:nvSpPr>
        <p:spPr>
          <a:xfrm>
            <a:off x="967600" y="4148025"/>
            <a:ext cx="1057800" cy="6753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iw" sz="1400"/>
              <a:t>Triplet loss:</a:t>
            </a:r>
          </a:p>
        </p:txBody>
      </p:sp>
      <p:sp>
        <p:nvSpPr>
          <p:cNvPr id="210" name="Shape 210"/>
          <p:cNvSpPr txBox="1"/>
          <p:nvPr>
            <p:ph type="title"/>
          </p:nvPr>
        </p:nvSpPr>
        <p:spPr>
          <a:xfrm>
            <a:off x="7670225" y="1952750"/>
            <a:ext cx="1057800" cy="418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iw" sz="1400"/>
              <a:t>(Sigmoid)</a:t>
            </a:r>
          </a:p>
        </p:txBody>
      </p:sp>
      <p:pic>
        <p:nvPicPr>
          <p:cNvPr id="211" name="Shape 211"/>
          <p:cNvPicPr preferRelativeResize="0"/>
          <p:nvPr/>
        </p:nvPicPr>
        <p:blipFill rotWithShape="1">
          <a:blip r:embed="rId5">
            <a:alphaModFix/>
          </a:blip>
          <a:srcRect b="8027" l="0" r="4297" t="14482"/>
          <a:stretch/>
        </p:blipFill>
        <p:spPr>
          <a:xfrm>
            <a:off x="2356200" y="3782625"/>
            <a:ext cx="3081025" cy="104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 txBox="1"/>
          <p:nvPr>
            <p:ph type="title"/>
          </p:nvPr>
        </p:nvSpPr>
        <p:spPr>
          <a:xfrm>
            <a:off x="71300" y="270500"/>
            <a:ext cx="2984100" cy="11487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iw"/>
              <a:t>Omniglot dataset</a:t>
            </a:r>
          </a:p>
        </p:txBody>
      </p:sp>
      <p:pic>
        <p:nvPicPr>
          <p:cNvPr id="217" name="Shape 2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9300" y="1152275"/>
            <a:ext cx="7124700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Shape 218"/>
          <p:cNvSpPr txBox="1"/>
          <p:nvPr>
            <p:ph type="title"/>
          </p:nvPr>
        </p:nvSpPr>
        <p:spPr>
          <a:xfrm>
            <a:off x="302950" y="3315025"/>
            <a:ext cx="6562800" cy="15759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w" sz="1900"/>
              <a:t>50 Alphabets</a:t>
            </a:r>
            <a:r>
              <a:rPr lang="iw" sz="1900"/>
              <a:t> </a:t>
            </a:r>
          </a:p>
          <a:p>
            <a: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w" sz="1900"/>
              <a:t>1623 characters</a:t>
            </a:r>
          </a:p>
          <a:p>
            <a:pPr indent="-349250" lvl="0" marL="457200" rtl="0">
              <a:spcBef>
                <a:spcPts val="0"/>
              </a:spcBef>
              <a:buSzPts val="1900"/>
              <a:buChar char="●"/>
            </a:pPr>
            <a:r>
              <a:rPr lang="iw" sz="1900"/>
              <a:t>20 writers for each character </a:t>
            </a:r>
          </a:p>
        </p:txBody>
      </p:sp>
      <p:sp>
        <p:nvSpPr>
          <p:cNvPr id="219" name="Shape 219"/>
          <p:cNvSpPr txBox="1"/>
          <p:nvPr>
            <p:ph idx="4294967295" type="subTitle"/>
          </p:nvPr>
        </p:nvSpPr>
        <p:spPr>
          <a:xfrm>
            <a:off x="3864275" y="3632300"/>
            <a:ext cx="2558400" cy="6720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iw" sz="1500"/>
              <a:t>~33 character per alphabet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 txBox="1"/>
          <p:nvPr>
            <p:ph type="title"/>
          </p:nvPr>
        </p:nvSpPr>
        <p:spPr>
          <a:xfrm>
            <a:off x="1311450" y="114050"/>
            <a:ext cx="7038900" cy="914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iw"/>
              <a:t>Wanted person -</a:t>
            </a:r>
          </a:p>
          <a:p>
            <a:pPr indent="0" lvl="0" marL="0">
              <a:spcBef>
                <a:spcPts val="0"/>
              </a:spcBef>
              <a:buNone/>
            </a:pPr>
            <a:r>
              <a:rPr lang="iw"/>
              <a:t>Surveillance camera captures</a:t>
            </a:r>
          </a:p>
        </p:txBody>
      </p:sp>
      <p:pic>
        <p:nvPicPr>
          <p:cNvPr id="225" name="Shape 2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7950" y="958450"/>
            <a:ext cx="5928111" cy="3530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Shape 226"/>
          <p:cNvSpPr txBox="1"/>
          <p:nvPr>
            <p:ph idx="4294967295" type="body"/>
          </p:nvPr>
        </p:nvSpPr>
        <p:spPr>
          <a:xfrm>
            <a:off x="419350" y="4697450"/>
            <a:ext cx="7512000" cy="3135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i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SCface - Surveillance Cameras Face Database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iw"/>
              <a:t>More attitudes</a:t>
            </a:r>
          </a:p>
        </p:txBody>
      </p:sp>
      <p:sp>
        <p:nvSpPr>
          <p:cNvPr id="232" name="Shape 23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w" sz="1600"/>
              <a:t>Metric Learning using useful representation + KNN</a:t>
            </a:r>
          </a:p>
          <a:p>
            <a:pPr indent="-330200" lvl="0" marL="457200" rtl="0">
              <a:spcBef>
                <a:spcPts val="0"/>
              </a:spcBef>
              <a:buSzPts val="1600"/>
              <a:buChar char="●"/>
            </a:pPr>
            <a:r>
              <a:rPr lang="iw" sz="1600"/>
              <a:t>Memory Augmented Network (DeepMind)</a:t>
            </a:r>
          </a:p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 sz="1600"/>
          </a:p>
        </p:txBody>
      </p:sp>
      <p:pic>
        <p:nvPicPr>
          <p:cNvPr id="233" name="Shape 2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0575" y="2467325"/>
            <a:ext cx="3673425" cy="267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/>
          <p:nvPr>
            <p:ph type="ctrTitle"/>
          </p:nvPr>
        </p:nvSpPr>
        <p:spPr>
          <a:xfrm>
            <a:off x="1212575" y="3803425"/>
            <a:ext cx="3771300" cy="983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iw"/>
              <a:t>Thank you</a:t>
            </a:r>
          </a:p>
        </p:txBody>
      </p:sp>
      <p:sp>
        <p:nvSpPr>
          <p:cNvPr id="239" name="Shape 239"/>
          <p:cNvSpPr txBox="1"/>
          <p:nvPr>
            <p:ph idx="1" type="subTitle"/>
          </p:nvPr>
        </p:nvSpPr>
        <p:spPr>
          <a:xfrm>
            <a:off x="6072450" y="3999025"/>
            <a:ext cx="2558400" cy="5922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iw" sz="1500"/>
              <a:t>Mr. Lee Twito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rPr lang="iw" sz="1500"/>
              <a:t>LeeTwito@gmail.com</a:t>
            </a:r>
          </a:p>
        </p:txBody>
      </p:sp>
      <p:pic>
        <p:nvPicPr>
          <p:cNvPr id="240" name="Shape 2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1000" y="533400"/>
            <a:ext cx="6182998" cy="23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Shape 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75" y="74575"/>
            <a:ext cx="8973125" cy="495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